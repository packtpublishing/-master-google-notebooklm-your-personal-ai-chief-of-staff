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180f5a62b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180f5a62b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180f5a62b1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180f5a62b1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180f5a62b1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180f5a62b1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Business Review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5175" y="346875"/>
            <a:ext cx="8839199" cy="44497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8325" y="152400"/>
            <a:ext cx="788934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2900" y="328600"/>
            <a:ext cx="7334250" cy="448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